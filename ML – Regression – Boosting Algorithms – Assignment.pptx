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168056-5607-C7D8-09F1-8FF75132EC1B}" v="100" dt="2026-05-18T15:39:24.623"/>
    <p1510:client id="{D37F9592-14A7-4A85-2DC7-F3904F452C03}" v="10" dt="2026-05-19T07:04:28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Machine Learning -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solidFill>
                  <a:srgbClr val="C00000"/>
                </a:solidFill>
                <a:ea typeface="+mn-lt"/>
                <a:cs typeface="+mn-lt"/>
              </a:rPr>
              <a:t>Boosting Algorithms - Assignment </a:t>
            </a:r>
            <a:endParaRPr lang="en-US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96083-2E72-C3A0-EB68-23A8E3D69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>
                <a:solidFill>
                  <a:schemeClr val="accent5">
                    <a:lumMod val="76000"/>
                  </a:schemeClr>
                </a:solidFill>
              </a:rPr>
              <a:t>1.AdaBoost(Adaptive Boosting)</a:t>
            </a:r>
            <a:endParaRPr lang="en-US" dirty="0">
              <a:solidFill>
                <a:schemeClr val="accent5">
                  <a:lumMod val="76000"/>
                </a:schemeClr>
              </a:solidFill>
            </a:endParaRPr>
          </a:p>
          <a:p>
            <a:endParaRPr lang="en-US" dirty="0">
              <a:solidFill>
                <a:schemeClr val="accent5">
                  <a:lumMod val="76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DF159-1AE5-55FF-9DA0-5E0FD4400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AdaBoost is a machine learning boosting algorithm used to improve prediction accuracy.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It combines multiple weak models (usually decision trees) into one strong model.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It gives more importance to the data points that were predicted wrongly. 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Each new model learns from the previous model’s mistakes.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Final prediction is made by combining all model outputs with weighted voting. 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040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AF507-B43E-4F1D-FF74-2C50625AF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5">
                    <a:lumMod val="76000"/>
                  </a:schemeClr>
                </a:solidFill>
                <a:ea typeface="+mj-lt"/>
                <a:cs typeface="+mj-lt"/>
              </a:rPr>
              <a:t>2.XGBoost</a:t>
            </a:r>
            <a:r>
              <a:rPr lang="en-US" dirty="0">
                <a:solidFill>
                  <a:schemeClr val="accent5">
                    <a:lumMod val="76000"/>
                  </a:schemeClr>
                </a:solidFill>
                <a:ea typeface="+mj-lt"/>
                <a:cs typeface="+mj-lt"/>
              </a:rPr>
              <a:t> (Extreme Gradient Boosting)</a:t>
            </a:r>
            <a:endParaRPr lang="en-US" dirty="0">
              <a:solidFill>
                <a:schemeClr val="accent5">
                  <a:lumMod val="76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FE27A-640F-BE8B-9CCD-EAEC4C0FE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XGBoost</a:t>
            </a:r>
            <a:r>
              <a:rPr lang="en-US" dirty="0">
                <a:ea typeface="+mn-lt"/>
                <a:cs typeface="+mn-lt"/>
              </a:rPr>
              <a:t> is an advanced and high-performance boosting algorithm.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It builds decision trees sequentially to correct previous errors.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It uses gradient boosting techniques for faster and more accurate predictions. 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XGBoost</a:t>
            </a:r>
            <a:r>
              <a:rPr lang="en-US" dirty="0">
                <a:ea typeface="+mn-lt"/>
                <a:cs typeface="+mn-lt"/>
              </a:rPr>
              <a:t> is popular because it is fast, scalable, and handles overfitting well.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It is widely used in machine learning competitions and real-world AI projects. 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444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C7BE-81F7-9BAE-EBC8-0B3D8E50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5">
                    <a:lumMod val="76000"/>
                  </a:schemeClr>
                </a:solidFill>
                <a:ea typeface="+mj-lt"/>
                <a:cs typeface="+mj-lt"/>
              </a:rPr>
              <a:t>3.LightGBM</a:t>
            </a:r>
            <a:r>
              <a:rPr lang="en-US" dirty="0">
                <a:solidFill>
                  <a:schemeClr val="accent5">
                    <a:lumMod val="76000"/>
                  </a:schemeClr>
                </a:solidFill>
                <a:ea typeface="+mj-lt"/>
                <a:cs typeface="+mj-lt"/>
              </a:rPr>
              <a:t> (Light Gradient Boosting Machine)</a:t>
            </a:r>
            <a:endParaRPr lang="en-US" dirty="0">
              <a:solidFill>
                <a:schemeClr val="accent5">
                  <a:lumMod val="76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A9F24-9021-3A7B-6A9B-AF267632B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LightGBM</a:t>
            </a:r>
            <a:r>
              <a:rPr lang="en-US" dirty="0">
                <a:ea typeface="+mn-lt"/>
                <a:cs typeface="+mn-lt"/>
              </a:rPr>
              <a:t> is a </a:t>
            </a:r>
            <a:r>
              <a:rPr lang="en-US" dirty="0" err="1">
                <a:ea typeface="+mn-lt"/>
                <a:cs typeface="+mn-lt"/>
              </a:rPr>
              <a:t>fast boosting</a:t>
            </a:r>
            <a:r>
              <a:rPr lang="en-US" dirty="0">
                <a:ea typeface="+mn-lt"/>
                <a:cs typeface="+mn-lt"/>
              </a:rPr>
              <a:t> algorithm developed by Microsoft.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It is designed for high speed and low memory usage. 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Unlike traditional boosting, it grows </a:t>
            </a:r>
            <a:r>
              <a:rPr lang="en-US" dirty="0" err="1">
                <a:ea typeface="+mn-lt"/>
                <a:cs typeface="+mn-lt"/>
              </a:rPr>
              <a:t>trees</a:t>
            </a:r>
            <a:r>
              <a:rPr lang="en-US" dirty="0">
                <a:ea typeface="+mn-lt"/>
                <a:cs typeface="+mn-lt"/>
              </a:rPr>
              <a:t> leaf-wise for better accuracy. 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LightGBM</a:t>
            </a:r>
            <a:r>
              <a:rPr lang="en-US" dirty="0">
                <a:ea typeface="+mn-lt"/>
                <a:cs typeface="+mn-lt"/>
              </a:rPr>
              <a:t> works very well with large datasets and complex data.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It is commonly used in AI, data science, and big data applications because of its speed.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159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269F-244F-0F67-B301-35031162E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  <a:p>
            <a:endParaRPr lang="en-US" dirty="0"/>
          </a:p>
          <a:p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chemeClr val="accent5">
                    <a:lumMod val="76000"/>
                  </a:schemeClr>
                </a:solidFill>
              </a:rPr>
              <a:t>Key </a:t>
            </a:r>
            <a:r>
              <a:rPr lang="en-US">
                <a:solidFill>
                  <a:schemeClr val="accent5">
                    <a:lumMod val="76000"/>
                  </a:schemeClr>
                </a:solidFill>
              </a:rPr>
              <a:t>Takeaways</a:t>
            </a:r>
            <a:endParaRPr lang="en-US" dirty="0">
              <a:solidFill>
                <a:schemeClr val="accent5">
                  <a:lumMod val="76000"/>
                </a:schemeClr>
              </a:solidFill>
            </a:endParaRPr>
          </a:p>
          <a:p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9729D-AD68-431D-FAF3-167335A13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AdaBoost → Focuses more on wrong predictions. </a:t>
            </a:r>
            <a:endParaRPr lang="en-US"/>
          </a:p>
          <a:p>
            <a:r>
              <a:rPr lang="en-US" dirty="0" err="1">
                <a:ea typeface="+mn-lt"/>
                <a:cs typeface="+mn-lt"/>
              </a:rPr>
              <a:t>XGBoost</a:t>
            </a:r>
            <a:r>
              <a:rPr lang="en-US" dirty="0">
                <a:ea typeface="+mn-lt"/>
                <a:cs typeface="+mn-lt"/>
              </a:rPr>
              <a:t> → Faster and more optimized boosting algorithm. 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LightGBM</a:t>
            </a:r>
            <a:r>
              <a:rPr lang="en-US" dirty="0">
                <a:ea typeface="+mn-lt"/>
                <a:cs typeface="+mn-lt"/>
              </a:rPr>
              <a:t> → Very fast and memory-efficient boosting model for large datasets.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686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Machine Learning - Regression</vt:lpstr>
      <vt:lpstr> 1.AdaBoost(Adaptive Boosting) </vt:lpstr>
      <vt:lpstr>2.XGBoost (Extreme Gradient Boosting)</vt:lpstr>
      <vt:lpstr>3.LightGBM (Light Gradient Boosting Machine)</vt:lpstr>
      <vt:lpstr>    Key Takeaways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66</cp:revision>
  <dcterms:created xsi:type="dcterms:W3CDTF">2026-05-18T15:27:58Z</dcterms:created>
  <dcterms:modified xsi:type="dcterms:W3CDTF">2026-05-19T07:05:03Z</dcterms:modified>
</cp:coreProperties>
</file>